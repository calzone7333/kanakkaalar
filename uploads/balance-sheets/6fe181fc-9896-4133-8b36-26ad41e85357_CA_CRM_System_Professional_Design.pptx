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CA CRM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Professional CRM for Chartered Accountants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E50"/>
                </a:solidFill>
              </a:defRPr>
            </a:pPr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CRM designed specifically for CA firms</a:t>
            </a:r>
          </a:p>
          <a:p>
            <a:r>
              <a:t>• GST, IT, TDS, ROC, Compliance &amp; Document Tracking</a:t>
            </a:r>
          </a:p>
          <a:p>
            <a:r>
              <a:t>• Automated workflow &amp; filing reminders</a:t>
            </a:r>
          </a:p>
          <a:p>
            <a:r>
              <a:t>• Centralized dashboard for team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E50"/>
                </a:solidFill>
              </a:defRPr>
            </a:pPr>
            <a:r>
              <a:t>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Client KYC &amp; Document Vault</a:t>
            </a:r>
          </a:p>
          <a:p>
            <a:r>
              <a:t>• GST Filing Automation</a:t>
            </a:r>
          </a:p>
          <a:p>
            <a:r>
              <a:t>• Income Tax Filing Module</a:t>
            </a:r>
          </a:p>
          <a:p>
            <a:r>
              <a:t>• ROC/MCA Compliance</a:t>
            </a:r>
          </a:p>
          <a:p>
            <a:r>
              <a:t>• Task &amp; Workflow Management</a:t>
            </a:r>
          </a:p>
          <a:p>
            <a:r>
              <a:t>• Invoice &amp; Payment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E50"/>
                </a:solidFill>
              </a:defRPr>
            </a:pPr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 Client → Upload KYC → Assign Work</a:t>
            </a:r>
          </a:p>
          <a:p>
            <a:r>
              <a:t>2. Automated reminders for GST/IT/ROC</a:t>
            </a:r>
          </a:p>
          <a:p>
            <a:r>
              <a:t>3. Team completes tasks with status updates</a:t>
            </a:r>
          </a:p>
          <a:p>
            <a:r>
              <a:t>4. Client receives progress alerts</a:t>
            </a:r>
          </a:p>
          <a:p>
            <a:r>
              <a:t>5. Reports &amp; logs generated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E50"/>
                </a:solidFill>
              </a:defRPr>
            </a:pPr>
            <a:r>
              <a:t>Benefits for CA Firms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Saves 60–70% manual follow-up time</a:t>
            </a:r>
          </a:p>
          <a:p>
            <a:r>
              <a:t>• Zero missed deadlines</a:t>
            </a:r>
          </a:p>
          <a:p>
            <a:r>
              <a:t>• Improves client communication</a:t>
            </a:r>
          </a:p>
          <a:p>
            <a:r>
              <a:t>• Secure digital document storage</a:t>
            </a:r>
          </a:p>
          <a:p>
            <a:r>
              <a:t>• Enhances productivity &amp; transparency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E50"/>
                </a:solidFill>
              </a:defRPr>
            </a:pPr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End-to-end encryption</a:t>
            </a:r>
          </a:p>
          <a:p>
            <a:r>
              <a:t>• Role-based Access Control (RBAC)</a:t>
            </a:r>
          </a:p>
          <a:p>
            <a:r>
              <a:t>• Auto backups &amp; activity logs</a:t>
            </a:r>
          </a:p>
          <a:p>
            <a:r>
              <a:t>• GDPR &amp; Indian data compliance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For Demo / Customization:</a:t>
            </a:r>
          </a:p>
          <a:p>
            <a:r>
              <a:t>[Your Company Name]</a:t>
            </a:r>
          </a:p>
          <a:p>
            <a:r>
              <a:t>[Phone]</a:t>
            </a:r>
          </a:p>
          <a:p>
            <a:r>
              <a:t>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